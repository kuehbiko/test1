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  <p:sldId id="272" r:id="rId11"/>
    <p:sldId id="266" r:id="rId12"/>
    <p:sldId id="267" r:id="rId13"/>
    <p:sldId id="276" r:id="rId14"/>
    <p:sldId id="268" r:id="rId15"/>
    <p:sldId id="273" r:id="rId16"/>
    <p:sldId id="274" r:id="rId17"/>
    <p:sldId id="275" r:id="rId18"/>
    <p:sldId id="270" r:id="rId19"/>
    <p:sldId id="271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CAF6A-DD05-9B11-5DC5-F54DFA0A9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AAB74-43CE-A1EA-5C75-C9AAA0246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4800F-1A6E-427E-7CD3-967D0EB1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5B563-38A2-8D74-4153-0B32EE4D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A06F6-ED24-2D65-D379-906D5016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7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945C-D1A0-D506-553E-AEAB4A34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B57CC-D73A-631F-DDE8-6E23038F7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5100B-B920-2106-A59F-EF2D4DEDF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C1C35-D6AB-5620-D71D-73ADCD41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298F3-2CE6-31C2-E68B-47390C340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2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0583-47B3-4A3C-4F2A-DBD6B7ED4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CDE95-F4B5-A155-F91C-A57699420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B335-E8D2-3EB3-999A-D186CE232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3BD66-28C1-81ED-2D84-0B10F4EA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EB070-D56F-219A-8F86-29BE767B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0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16C7-C932-C9E7-D937-357ABF84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196B3-A01D-5CCD-4324-B459AACC4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A5C2B-6D9E-6941-CDC0-FBA1F92A6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48576-F71D-CAE7-5731-6EB484E0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2249-93B1-033A-7EBF-25B2FC8C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0C002-DC10-846A-C8E1-EE03022C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3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828C-1E53-2D37-3BF4-F31CFDB5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BF34E-C0E9-0C0C-0CA1-4FC3861FE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3F55C-C3B9-79D1-E656-6F33AF8CB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9E01A4-2D81-C711-CD64-5248482AA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480507-3CE8-280E-1B5D-2FAC9A8FB6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F8A87-DF09-9411-38F0-75542CBE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63AD4-B2C3-6730-D796-9090AFE2E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8ECB8-7895-C0E5-1921-706A3543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6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0F34-450C-5C49-CC99-A9066D70A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78CF9D-79AB-8908-A5C8-C8E481E3F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4112A-C798-45E5-FB22-6A15642EF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2BD3-A86E-25B6-4BBF-A510C20C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4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00A964-2566-5327-838A-F84D9460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5D01F1-6789-B3EF-C763-EA9BDBAA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A26DF-F31A-F62D-D013-9AF628D5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3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3FC2-90EE-6097-431D-F397AF21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51E3C-6868-FFAB-6309-2BE02E8B4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9BFAF-96CC-ABC3-C751-A77410A86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C5A1F-55A2-3FCD-844C-42B5A07F6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AC15C-1409-EF26-8269-C242D3E8B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8B261-A8DD-D4DA-3123-FC588E4F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D6FA-DD68-88F0-F6EE-83AADED1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9EDCC3-5247-19FF-1ED3-D43684341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1BEC8-E335-AF14-6867-AB27B0560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F6EC8-C6F3-98E7-0F38-EDFE3361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5B068-BD17-2142-D0C2-BC50706B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3A8EF-52CE-60A0-25B6-98CD118D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0098-7BE7-D67D-E0C4-615B594E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56889-D4A6-6BB9-16CA-052F1F189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68AC1-2166-92AD-1DF2-BBD5AD89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9F58E-950D-F13E-9509-8D850CCC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164AE-2A49-E402-85F5-A435E4999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8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B8642-224F-D80D-88BC-B0CF422DC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B40DE-EE48-C7ED-D92C-1A3A9AF42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AF4EE-06F9-C925-4F42-F7AAAE70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267C2-049F-DF93-7E25-55B7858B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ABF62-198F-531E-BCB4-5CE55E72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1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283BF-B0D4-E851-6689-C12ED01D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5F713-E946-BC95-B051-C1AAA1C90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82071-D7CF-82BF-2150-2925AB2C6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D6170-5D4C-4D18-BC2E-51D59AC3AA1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9E1B5-E8A3-233A-6022-B201BD748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C9877-DA23-F7DE-C18E-7094C7815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24FF8-CD6F-46FB-B1DA-DDFA7789D8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2933F1-8941-490A-CE05-59BC62E7D24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67151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## RESTRICTED ##</a:t>
            </a:r>
          </a:p>
        </p:txBody>
      </p:sp>
    </p:spTree>
    <p:extLst>
      <p:ext uri="{BB962C8B-B14F-4D97-AF65-F5344CB8AC3E}">
        <p14:creationId xmlns:p14="http://schemas.microsoft.com/office/powerpoint/2010/main" val="213428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F84B6-004D-DC2E-69DF-EE3517A53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6857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Explaining World of Warcraft Boss Mechanics to People Who Don’t Play World of Warcraft So They Can Look At Me Like I’m Crazy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7D765-AED9-EB1C-5337-241C25316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8250"/>
            <a:ext cx="9144000" cy="1655762"/>
          </a:xfrm>
        </p:spPr>
        <p:txBody>
          <a:bodyPr/>
          <a:lstStyle/>
          <a:p>
            <a:r>
              <a:rPr lang="en-US" dirty="0"/>
              <a:t>A deep dive into the mechanics of the end boss of WoW Midnight Season 1 animated in MS ppt</a:t>
            </a:r>
          </a:p>
        </p:txBody>
      </p:sp>
    </p:spTree>
    <p:extLst>
      <p:ext uri="{BB962C8B-B14F-4D97-AF65-F5344CB8AC3E}">
        <p14:creationId xmlns:p14="http://schemas.microsoft.com/office/powerpoint/2010/main" val="3038900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CEDE-781B-FE7D-61A3-EE7391BB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200F9-3808-523A-239D-105C891B0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General Context</a:t>
            </a:r>
          </a:p>
          <a:p>
            <a:r>
              <a:rPr lang="en-US" dirty="0"/>
              <a:t>Fight Summary and Timeline</a:t>
            </a:r>
          </a:p>
          <a:p>
            <a:r>
              <a:rPr lang="en-US" dirty="0"/>
              <a:t>Explaining the Fight In Detail</a:t>
            </a:r>
          </a:p>
          <a:p>
            <a:pPr lvl="1"/>
            <a:r>
              <a:rPr lang="en-US" dirty="0"/>
              <a:t>Phase 1</a:t>
            </a:r>
          </a:p>
          <a:p>
            <a:pPr lvl="1"/>
            <a:r>
              <a:rPr lang="en-US" dirty="0"/>
              <a:t>Intermission </a:t>
            </a:r>
          </a:p>
          <a:p>
            <a:pPr lvl="1"/>
            <a:r>
              <a:rPr lang="en-US" dirty="0"/>
              <a:t>Phase 2</a:t>
            </a:r>
          </a:p>
          <a:p>
            <a:pPr lvl="1"/>
            <a:r>
              <a:rPr lang="en-US" dirty="0"/>
              <a:t>Phase 3</a:t>
            </a:r>
          </a:p>
          <a:p>
            <a:pPr lvl="1"/>
            <a:r>
              <a:rPr lang="en-US" dirty="0"/>
              <a:t>Phase 4</a:t>
            </a:r>
          </a:p>
          <a:p>
            <a:r>
              <a:rPr lang="en-US" dirty="0"/>
              <a:t>Some Fun Fight Statistics</a:t>
            </a:r>
          </a:p>
          <a:p>
            <a:r>
              <a:rPr lang="en-US" dirty="0"/>
              <a:t>Request for Thoughts and Prayers</a:t>
            </a:r>
          </a:p>
        </p:txBody>
      </p:sp>
    </p:spTree>
    <p:extLst>
      <p:ext uri="{BB962C8B-B14F-4D97-AF65-F5344CB8AC3E}">
        <p14:creationId xmlns:p14="http://schemas.microsoft.com/office/powerpoint/2010/main" val="247164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2F0A-2479-D0D3-EDA4-D5B704B7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F7121-B8F1-B41C-7CE0-5E2E8C8B9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126265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…WORLD OF WARCRAFT?</a:t>
            </a:r>
          </a:p>
          <a:p>
            <a:r>
              <a:rPr lang="en-US" dirty="0"/>
              <a:t>Massively Multiplayer Online Role-Playing Game (MMORPG)</a:t>
            </a:r>
          </a:p>
          <a:p>
            <a:r>
              <a:rPr lang="en-US" dirty="0"/>
              <a:t>Massive waste of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38F49-2D51-31E5-66D3-C29A9713D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126265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…A SEASON?</a:t>
            </a:r>
          </a:p>
          <a:p>
            <a:r>
              <a:rPr lang="en-US" dirty="0"/>
              <a:t>Release cycle for new content</a:t>
            </a:r>
          </a:p>
          <a:p>
            <a:r>
              <a:rPr lang="en-US" dirty="0"/>
              <a:t>New content: Raids, Dungeons, Story Quests</a:t>
            </a:r>
          </a:p>
          <a:p>
            <a:r>
              <a:rPr lang="en-US" dirty="0"/>
              <a:t>Every ~6 months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35E32F-1539-7BF1-F8E4-B900ADB2DA33}"/>
              </a:ext>
            </a:extLst>
          </p:cNvPr>
          <p:cNvSpPr txBox="1">
            <a:spLocks/>
          </p:cNvSpPr>
          <p:nvPr/>
        </p:nvSpPr>
        <p:spPr>
          <a:xfrm>
            <a:off x="838200" y="4050698"/>
            <a:ext cx="5181600" cy="21262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…A RAID?</a:t>
            </a:r>
          </a:p>
          <a:p>
            <a:r>
              <a:rPr lang="en-US" dirty="0"/>
              <a:t>Series of challenging encounters more difficult than regular solo content</a:t>
            </a:r>
          </a:p>
          <a:p>
            <a:r>
              <a:rPr lang="en-US" dirty="0"/>
              <a:t>Requires more people/time and communication/coordination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B12585-BDC2-E2C7-C018-1C4AEEB68DE3}"/>
              </a:ext>
            </a:extLst>
          </p:cNvPr>
          <p:cNvSpPr txBox="1">
            <a:spLocks/>
          </p:cNvSpPr>
          <p:nvPr/>
        </p:nvSpPr>
        <p:spPr>
          <a:xfrm>
            <a:off x="6172200" y="4050697"/>
            <a:ext cx="5181600" cy="21262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…MIDNIGHT FALLS?</a:t>
            </a:r>
          </a:p>
          <a:p>
            <a:r>
              <a:rPr lang="en-US" sz="2600" dirty="0"/>
              <a:t>Last boss of this season’s raid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8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5426-FF46-A636-3069-14A43F91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AND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B975C8-E215-FD63-A1BE-838B7145AEEA}"/>
              </a:ext>
            </a:extLst>
          </p:cNvPr>
          <p:cNvSpPr/>
          <p:nvPr/>
        </p:nvSpPr>
        <p:spPr>
          <a:xfrm>
            <a:off x="838200" y="2406868"/>
            <a:ext cx="10515600" cy="1051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956BA3-EDD5-5952-5830-45CF632148B1}"/>
              </a:ext>
            </a:extLst>
          </p:cNvPr>
          <p:cNvSpPr/>
          <p:nvPr/>
        </p:nvSpPr>
        <p:spPr>
          <a:xfrm>
            <a:off x="838200" y="2406868"/>
            <a:ext cx="105104" cy="105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4D16-6C73-EAB8-944F-8FBF5A78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(00:00 – 03:00)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D7E13-FA1B-08D4-2EC4-B0FC75B1C9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  <a:p>
            <a:r>
              <a:rPr lang="en-US" dirty="0"/>
              <a:t>Crystals</a:t>
            </a:r>
          </a:p>
          <a:p>
            <a:r>
              <a:rPr lang="en-US" dirty="0"/>
              <a:t>Glaives</a:t>
            </a:r>
          </a:p>
          <a:p>
            <a:r>
              <a:rPr lang="en-US" dirty="0"/>
              <a:t>Memory Game</a:t>
            </a:r>
          </a:p>
          <a:p>
            <a:r>
              <a:rPr lang="en-US" dirty="0"/>
              <a:t>Beams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51361-650C-670E-D98D-1F8A60CCD3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3x cycles</a:t>
            </a:r>
          </a:p>
          <a:p>
            <a:r>
              <a:rPr lang="en-US" dirty="0"/>
              <a:t>Each cycle = exactly 1 min</a:t>
            </a:r>
          </a:p>
        </p:txBody>
      </p:sp>
    </p:spTree>
    <p:extLst>
      <p:ext uri="{BB962C8B-B14F-4D97-AF65-F5344CB8AC3E}">
        <p14:creationId xmlns:p14="http://schemas.microsoft.com/office/powerpoint/2010/main" val="329432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597AA-E0ED-6CAD-B26F-07680724B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3CB0-25B3-85E4-A76E-F44091FE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(Matrices)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DB411-6718-460F-F45A-8A1D6717DE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3x Matrices</a:t>
            </a:r>
          </a:p>
          <a:p>
            <a:r>
              <a:rPr lang="en-US" dirty="0"/>
              <a:t>4x interrupts PER Matrix</a:t>
            </a:r>
          </a:p>
          <a:p>
            <a:pPr lvl="1"/>
            <a:r>
              <a:rPr lang="en-US" dirty="0"/>
              <a:t>Interrupt order is assigned</a:t>
            </a:r>
          </a:p>
          <a:p>
            <a:r>
              <a:rPr lang="en-US" dirty="0"/>
              <a:t>Missed interrupt:</a:t>
            </a:r>
          </a:p>
          <a:p>
            <a:pPr lvl="1"/>
            <a:r>
              <a:rPr lang="en-US" dirty="0"/>
              <a:t>1-shot frontal cone = many dead</a:t>
            </a:r>
          </a:p>
          <a:p>
            <a:pPr lvl="1"/>
            <a:r>
              <a:rPr lang="en-US" dirty="0"/>
              <a:t>Start over again</a:t>
            </a:r>
          </a:p>
          <a:p>
            <a:r>
              <a:rPr lang="en-US" dirty="0"/>
              <a:t>When all interrupts are done:</a:t>
            </a:r>
          </a:p>
          <a:p>
            <a:pPr lvl="1"/>
            <a:r>
              <a:rPr lang="en-US" dirty="0"/>
              <a:t>6x Midnight Crystals</a:t>
            </a:r>
          </a:p>
          <a:p>
            <a:pPr lvl="1"/>
            <a:r>
              <a:rPr lang="en-US" dirty="0"/>
              <a:t>3x Dusk Crystals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FE709-15FA-0C63-F9C5-9E2E7ADBF5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89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1D739-D516-6DDB-7BDA-006D2211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B3E8-DAF6-5191-DCDC-00771039F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(Crystals)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52C23-9DDB-1D9E-FE71-31B86D6A82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Midnight Crystals (6x)</a:t>
            </a:r>
          </a:p>
          <a:p>
            <a:pPr lvl="1"/>
            <a:r>
              <a:rPr lang="en-US" dirty="0"/>
              <a:t>Kill within 10s</a:t>
            </a:r>
          </a:p>
          <a:p>
            <a:r>
              <a:rPr lang="en-US" dirty="0"/>
              <a:t>Dusk Crystals (3x)</a:t>
            </a:r>
          </a:p>
          <a:p>
            <a:pPr lvl="1"/>
            <a:r>
              <a:rPr lang="en-US" dirty="0"/>
              <a:t>Heal within 10s</a:t>
            </a:r>
          </a:p>
          <a:p>
            <a:pPr lvl="1"/>
            <a:r>
              <a:rPr lang="en-US" dirty="0"/>
              <a:t>Turns into Dawn Crystals at 100% HP</a:t>
            </a:r>
          </a:p>
          <a:p>
            <a:r>
              <a:rPr lang="en-US" dirty="0"/>
              <a:t>Dawn Crystals (3x)</a:t>
            </a:r>
          </a:p>
          <a:p>
            <a:pPr lvl="1"/>
            <a:r>
              <a:rPr lang="en-US" dirty="0"/>
              <a:t>3x players assigned to pick up</a:t>
            </a:r>
          </a:p>
          <a:p>
            <a:pPr lvl="1"/>
            <a:r>
              <a:rPr lang="en-US" dirty="0"/>
              <a:t>Player dies or crystal takes damage = start over again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81BF7-787B-51B1-A3C4-E7CD583BD4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4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D5CD-35DF-CE11-76A6-0F8733D8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(Glaives)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C8158-2840-5F43-B3F8-D13F109538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5x Glaives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54D9B-EA4F-97D1-949B-91B0D47BBC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04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16AA-9CE5-1E8D-E667-74C513ED8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(Memory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E15E2-DB0E-B931-C2A4-63286B24C6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3x Groups</a:t>
            </a:r>
          </a:p>
          <a:p>
            <a:pPr lvl="1"/>
            <a:r>
              <a:rPr lang="en-US" dirty="0"/>
              <a:t>Groups cannot see each other</a:t>
            </a:r>
          </a:p>
          <a:p>
            <a:pPr lvl="1"/>
            <a:r>
              <a:rPr lang="en-US" dirty="0"/>
              <a:t>Groups: Upstairs, Red, Blue</a:t>
            </a:r>
          </a:p>
          <a:p>
            <a:r>
              <a:rPr lang="en-US" dirty="0"/>
              <a:t>5x Symbols shown</a:t>
            </a:r>
          </a:p>
          <a:p>
            <a:pPr lvl="1"/>
            <a:r>
              <a:rPr lang="en-US" dirty="0"/>
              <a:t>Upstairs &gt; Red &gt; Blue &gt; Upstairs &gt; Red</a:t>
            </a:r>
          </a:p>
          <a:p>
            <a:r>
              <a:rPr lang="en-US" dirty="0"/>
              <a:t>5x players get symbols</a:t>
            </a:r>
          </a:p>
          <a:p>
            <a:pPr lvl="1"/>
            <a:r>
              <a:rPr lang="en-US" dirty="0"/>
              <a:t>2s to line up in the correct order</a:t>
            </a:r>
          </a:p>
          <a:p>
            <a:r>
              <a:rPr lang="en-US" dirty="0"/>
              <a:t>Wrong order = start over again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F2D71-69EA-AD60-1D4A-C51D22DE41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1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E9EA-A0C6-9A85-6CF8-396FA6AC6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34EAE-E453-7B6D-043F-DC0934F50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(Beams)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94C8-240D-31CE-EE28-EB8716B63A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Indicator appears and starts moving</a:t>
            </a:r>
          </a:p>
          <a:p>
            <a:r>
              <a:rPr lang="en-US" dirty="0"/>
              <a:t>Activates when it passes through boss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9C145-485F-43A7-5A8E-3980076C0D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B3A0-86CA-364D-4891-55776C47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(03:00 – 03:10)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51DD-5D11-69E3-E8F4-68DA8AFF0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assigned positions</a:t>
            </a:r>
          </a:p>
          <a:p>
            <a:r>
              <a:rPr lang="en-US" dirty="0"/>
              <a:t>Slight pull towards boss</a:t>
            </a:r>
          </a:p>
          <a:p>
            <a:pPr lvl="1"/>
            <a:r>
              <a:rPr lang="en-US" dirty="0"/>
              <a:t>Pulled into center = dead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358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6E28-C651-4C9C-A3D2-4035A9065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Intermission (03:10 – 03:40)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09A4-B05E-8247-18B3-C5C0F9154E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Starsplinters</a:t>
            </a:r>
            <a:endParaRPr lang="en-US" dirty="0"/>
          </a:p>
          <a:p>
            <a:pPr lvl="1"/>
            <a:r>
              <a:rPr lang="en-US" dirty="0"/>
              <a:t>Interaction with Dawn Crystals</a:t>
            </a:r>
          </a:p>
          <a:p>
            <a:r>
              <a:rPr lang="en-US" dirty="0"/>
              <a:t>Beams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1D559-2E26-6F47-8C1D-5F0E95C148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4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F9203-4F13-E880-A9B3-AD5AA02D2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08E4-17E3-E9C4-DAAE-6F179FE4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Intermission (</a:t>
            </a:r>
            <a:r>
              <a:rPr lang="en-US" dirty="0" err="1"/>
              <a:t>Starsplinters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A8051-949C-8185-800B-325811CB70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8672C-CAFD-842B-B547-24CDAF8160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46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6828-17DD-031E-D8B5-CE099F6D1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 (03:40 – 05:30)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DA784-8332-BB59-753B-75761DC414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Galvanize</a:t>
            </a:r>
          </a:p>
          <a:p>
            <a:r>
              <a:rPr lang="en-US" dirty="0"/>
              <a:t>Spread Circles</a:t>
            </a:r>
          </a:p>
          <a:p>
            <a:r>
              <a:rPr lang="en-US" dirty="0"/>
              <a:t>Core Harvest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D2055-4885-AC44-C910-BA95C56C09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3x Cycles</a:t>
            </a:r>
          </a:p>
          <a:p>
            <a:r>
              <a:rPr lang="en-US" dirty="0"/>
              <a:t>Each cycle = exactly 30s</a:t>
            </a:r>
          </a:p>
        </p:txBody>
      </p:sp>
    </p:spTree>
    <p:extLst>
      <p:ext uri="{BB962C8B-B14F-4D97-AF65-F5344CB8AC3E}">
        <p14:creationId xmlns:p14="http://schemas.microsoft.com/office/powerpoint/2010/main" val="1640455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B177-B504-F8D6-0318-A3C258023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8223-09D5-E560-99C0-1762EE47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 (Galvanize)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CFC4F-99DE-3155-EABC-B888C2EAED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60908-63D9-32ED-3C05-0E73233FE1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65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32F22-C36C-EEF8-F1AB-326BA76DA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7774-60D1-D6E6-07E5-1DC8B7E0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 (Spread Circles)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A689-652F-1FA9-0FBA-02C6AC360D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CE53E-299E-8F3B-CE32-DA6CF63D71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72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B279-3ADD-CE76-5852-DB8AD2577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DD403-5937-1B08-F2F3-AA7D1747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 (Core Harvest)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11D4E-FD45-E18F-147A-56688A319A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65CAE-6F91-08A9-68D6-5B815B4B45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67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6FA3-F3ED-C524-95BE-F9B548B1C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D75E-1BDB-A520-3EA4-CEA2AA47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 (05:30)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13F02-10A9-5993-F139-2EE4745A24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63A1B-41EB-FA5A-AC38-93A0D3B7F8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2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33529-4DD6-1E53-7ADC-05C7DF5E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2280-9058-6CCC-48BB-AC9C0825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 (05:30)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88733-8DAF-6F26-2B7C-B42F183889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548B7-20AA-B118-04B8-2CD1FFE2E2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74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9FE9-DAA4-C17A-61C5-C36F14CC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Stats?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1F06D-4BBF-390B-AEB1-950168A61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417</Words>
  <Application>Microsoft Office PowerPoint</Application>
  <PresentationFormat>Widescreen</PresentationFormat>
  <Paragraphs>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Explaining World of Warcraft Boss Mechanics to People Who Don’t Play World of Warcraft So They Can Look At Me Like I’m Crazy</vt:lpstr>
      <vt:lpstr>AGENDA</vt:lpstr>
      <vt:lpstr>WHAT IS…</vt:lpstr>
      <vt:lpstr>TIMELINE AND OVERVIEW</vt:lpstr>
      <vt:lpstr>PHASE 1 (00:00 – 03:00)</vt:lpstr>
      <vt:lpstr>Phase 1 (Matrices)</vt:lpstr>
      <vt:lpstr>Phase 1 (Crystals)</vt:lpstr>
      <vt:lpstr>Phase 1 (Glaives)</vt:lpstr>
      <vt:lpstr>Phase 1 (Memory Game)</vt:lpstr>
      <vt:lpstr>Phase 1 (Beams)</vt:lpstr>
      <vt:lpstr>Transition (03:00 – 03:10)</vt:lpstr>
      <vt:lpstr>Intermission (03:10 – 03:40)</vt:lpstr>
      <vt:lpstr>Intermission (Starsplinters)</vt:lpstr>
      <vt:lpstr>Phase 2 (03:40 – 05:30)</vt:lpstr>
      <vt:lpstr>Phase 2 (Galvanize)</vt:lpstr>
      <vt:lpstr>Phase 2 (Spread Circles)</vt:lpstr>
      <vt:lpstr>Phase 2 (Core Harvest)</vt:lpstr>
      <vt:lpstr>Phase 3 (05:30)</vt:lpstr>
      <vt:lpstr>Phase 4 (05:30)</vt:lpstr>
      <vt:lpstr>Summary Stats?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 Si En Elizabeth</dc:creator>
  <cp:lastModifiedBy>Lim Si En Elizabeth</cp:lastModifiedBy>
  <cp:revision>5</cp:revision>
  <dcterms:created xsi:type="dcterms:W3CDTF">2026-05-07T08:59:58Z</dcterms:created>
  <dcterms:modified xsi:type="dcterms:W3CDTF">2026-05-22T09:39:38Z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418ee5-23e2-415c-a7a0-e3652cb3d681_Enabled">
    <vt:lpwstr>true</vt:lpwstr>
  </property>
  <property fmtid="{D5CDD505-2E9C-101B-9397-08002B2CF9AE}" pid="3" name="MSIP_Label_f1418ee5-23e2-415c-a7a0-e3652cb3d681_SetDate">
    <vt:lpwstr>2026-05-07T09:17:08Z</vt:lpwstr>
  </property>
  <property fmtid="{D5CDD505-2E9C-101B-9397-08002B2CF9AE}" pid="4" name="MSIP_Label_f1418ee5-23e2-415c-a7a0-e3652cb3d681_Method">
    <vt:lpwstr>Standard</vt:lpwstr>
  </property>
  <property fmtid="{D5CDD505-2E9C-101B-9397-08002B2CF9AE}" pid="5" name="MSIP_Label_f1418ee5-23e2-415c-a7a0-e3652cb3d681_Name">
    <vt:lpwstr>Restricted</vt:lpwstr>
  </property>
  <property fmtid="{D5CDD505-2E9C-101B-9397-08002B2CF9AE}" pid="6" name="MSIP_Label_f1418ee5-23e2-415c-a7a0-e3652cb3d681_SiteId">
    <vt:lpwstr>7e586855-d882-4339-9a56-032d0aa10991</vt:lpwstr>
  </property>
  <property fmtid="{D5CDD505-2E9C-101B-9397-08002B2CF9AE}" pid="7" name="MSIP_Label_f1418ee5-23e2-415c-a7a0-e3652cb3d681_ActionId">
    <vt:lpwstr>033c22f4-efd0-4bba-bfad-b54422dc5c44</vt:lpwstr>
  </property>
  <property fmtid="{D5CDD505-2E9C-101B-9397-08002B2CF9AE}" pid="8" name="MSIP_Label_f1418ee5-23e2-415c-a7a0-e3652cb3d681_ContentBits">
    <vt:lpwstr>2</vt:lpwstr>
  </property>
  <property fmtid="{D5CDD505-2E9C-101B-9397-08002B2CF9AE}" pid="9" name="MSIP_Label_f1418ee5-23e2-415c-a7a0-e3652cb3d681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## RESTRICTED ##</vt:lpwstr>
  </property>
</Properties>
</file>